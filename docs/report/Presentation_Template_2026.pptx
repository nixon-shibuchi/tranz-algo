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77" r:id="rId6"/>
    <p:sldId id="278" r:id="rId7"/>
    <p:sldId id="280" r:id="rId8"/>
    <p:sldId id="282" r:id="rId9"/>
    <p:sldId id="283" r:id="rId10"/>
    <p:sldId id="284" r:id="rId11"/>
    <p:sldId id="285" r:id="rId12"/>
    <p:sldId id="288" r:id="rId13"/>
    <p:sldId id="296" r:id="rId14"/>
    <p:sldId id="298" r:id="rId15"/>
    <p:sldId id="301" r:id="rId16"/>
    <p:sldId id="30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29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17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[PROJECT 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58701" y="3741688"/>
            <a:ext cx="4674292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[NAME(S)]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[COMPUTER NUMBER(S)]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Final Year Project Presentation</a:t>
            </a:r>
            <a:br>
              <a:rPr dirty="0"/>
            </a:br>
            <a:r>
              <a:rPr dirty="0"/>
              <a:t>University of Zambia</a:t>
            </a:r>
            <a:endParaRPr lang="en-US" dirty="0"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School of Natural and Applied Sciences</a:t>
            </a:r>
            <a:br>
              <a:rPr dirty="0"/>
            </a:br>
            <a:r>
              <a:rPr dirty="0"/>
              <a:t>Department of Computing and Informatics </a:t>
            </a:r>
            <a:endParaRPr lang="en-US" dirty="0"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Team Roles and Responsibilities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344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Computer No.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Primary Role / Responsibilities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[Member 1]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[Computer No.]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[Role and major responsibilities]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[Member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[Computer No.]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[Role and major responsibilities]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[Member 3]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[Computer No.]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[Role and major responsibilities]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[Member 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[Computer No.]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[Role and major responsibilities]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[Member 5]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[Computer No.]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[Role and major responsibilities]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Supervisor: [SUPERVISOR NAME]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Presentation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lang="en-US" dirty="0"/>
              <a:t>Background </a:t>
            </a:r>
            <a:r>
              <a:rPr lang="en-US"/>
              <a:t>and Context</a:t>
            </a:r>
            <a:endParaRPr dirty="0"/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System Analysis and Design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Implementation / Development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Testing, Results and Evaluation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Discussion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Conclusion</a:t>
            </a:r>
            <a:r>
              <a:rPr lang="en-US" dirty="0"/>
              <a:t> 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System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Final Year Project • Academic Year 2026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Background and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Introduce the project area and relevant context.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Explain why the topic/problem matters.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Identify intended users, stakeholders or beneficiaries.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[Insert concise background summary.]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308770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Final Year Project • Academic Year 2026                                      </a:t>
            </a:r>
            <a:r>
              <a:rPr lang="en-US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[Insert final system architecture diagram.]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[Explain the major components and their interactions.]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308770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Final Year Project • Academic Year 2026                                      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5441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dirty="0"/>
              <a:t>Database / Data Design</a:t>
            </a:r>
            <a:r>
              <a:rPr lang="en-US" dirty="0"/>
              <a:t> (if required)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[Insert ER diagram, schema, data model or equivalent.]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[Highlight the most important design decisions.]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308770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Final Year Project • Academic Year 2026                                      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Algorithms / Models / Technical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[Algorithm / model 1]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[Algorithm / model 2]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[Important technical decision]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[Why these choices were made]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308770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Final Year Project • Academic Year 2026                                      </a:t>
            </a:r>
            <a:r>
              <a:rPr lang="en-US" dirty="0"/>
              <a:t>7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Development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Operating system: [OS]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Programming language(s): [Languages]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Framework(s): [Frameworks]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Database: [Database]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IDE / development tools: [Tools]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Version control / deployment: [Tools / platform]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308770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Final Year Project • Academic Year 2026                                      </a:t>
            </a:r>
            <a:r>
              <a:rPr lang="en-US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System Components /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[Module 1]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[Module 2]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[Module 3]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[Module 4]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[Module 5]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308770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Final Year Project • Academic Year 2026                                      </a:t>
            </a:r>
            <a:r>
              <a:rPr lang="en-US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Key 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[Important implementation decision]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[Algorithm / model]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[Data processing]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[API / service integration]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[Security / performance consideration]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314541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Final Year Project • Academic Year 2026                                      </a:t>
            </a: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Challenges and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Challenge: [Challenge 1] → Solution: [Solution 1]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Challenge: [Challenge 2] → Solution: [Solution 2]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Challenge: [Challenge 3] → Solution: [Solution 3]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314541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Final Year Project • Academic Year 2026                                      </a:t>
            </a:r>
            <a:r>
              <a:rPr lang="en-US" dirty="0"/>
              <a:t>11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TC-01: [Test case] → PASS / FAIL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TC-02: [Test case] → PASS / FAIL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TC-03: [Test case] → PASS / FAIL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TC-04: [Test case] → PASS / FAIL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[Use a detailed table where appropriate.]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314541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Final Year Project • Academic Year 2026                                      </a:t>
            </a:r>
            <a:r>
              <a:rPr lang="en-US" dirty="0"/>
              <a:t>12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Discussion of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What do the results mean?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How do the findings address the original problem?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How do they relate to the objectives?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How do they compare with existing work?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[State the most important finding.]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314541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Final Year Project • Academic Year 2026                                      1</a:t>
            </a:r>
            <a:r>
              <a:rPr lang="en-US" dirty="0"/>
              <a:t>3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[Limitation 1]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[Limitation 2]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[Limitation 3]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[Explain implications for interpretation or use of the results.]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314541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Final Year Project • Academic Year 2026                                      </a:t>
            </a:r>
            <a:r>
              <a:rPr lang="en-US" dirty="0"/>
              <a:t>1</a:t>
            </a: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8069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314541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Final Year Project • Academic Year 2026                                      </a:t>
            </a:r>
            <a:r>
              <a:rPr lang="en-US" dirty="0"/>
              <a:t>15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Questions and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59558"/>
            <a:ext cx="1060704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sz="4200" dirty="0"/>
              <a:t>Thank you</a:t>
            </a:r>
          </a:p>
          <a:p>
            <a:pPr algn="ctr"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sz="4200" dirty="0"/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314541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Final Year Project • Academic Year 2026                                      1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649</Words>
  <Application>Microsoft Office PowerPoint</Application>
  <PresentationFormat>Widescreen</PresentationFormat>
  <Paragraphs>110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Alinani Simukanga</cp:lastModifiedBy>
  <cp:revision>6</cp:revision>
  <dcterms:created xsi:type="dcterms:W3CDTF">2013-01-27T09:14:16Z</dcterms:created>
  <dcterms:modified xsi:type="dcterms:W3CDTF">2026-10-12T14:16:02Z</dcterms:modified>
  <cp:category/>
</cp:coreProperties>
</file>